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5932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029200" cy="50292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5176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Performance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visuals and query results compiled into a single view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983480"/>
            <a:ext cx="1828800" cy="0"/>
          </a:xfrm>
          <a:prstGeom prst="line">
            <a:avLst/>
          </a:prstGeom>
          <a:noFill/>
          <a:ln w="25400">
            <a:solidFill>
              <a:srgbClr val="D4A2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120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Strategic Review  •  June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 snapshots: customers, revenue, spending, and activity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262872" y="384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1500" y="1188720"/>
            <a:ext cx="2542032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2668" y="133502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2668" y="1627632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06140" y="1188720"/>
            <a:ext cx="2542032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607308" y="133502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07308" y="1627632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₹2,98,27,605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240780" y="1188720"/>
            <a:ext cx="2542032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1948" y="133502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41948" y="1627632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₹59,655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075420" y="1188720"/>
            <a:ext cx="2542032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276588" y="133502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276588" y="1627632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248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8580" y="2743200"/>
            <a:ext cx="26517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19" name="Image 0" descr="/home/claude/pdf_images/cropped/page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" y="3414847"/>
            <a:ext cx="2322576" cy="439786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2921508" y="2743200"/>
            <a:ext cx="187452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21" name="Image 1" descr="/home/claude/pdf_images/cropped/page-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100" y="3285567"/>
            <a:ext cx="1545336" cy="698346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997196" y="2743200"/>
            <a:ext cx="187452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23" name="Image 2" descr="/home/claude/pdf_images/cropped/page-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1788" y="3127574"/>
            <a:ext cx="1545336" cy="1014331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072884" y="2743200"/>
            <a:ext cx="24688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25" name="Image 3" descr="/home/claude/pdf_images/cropped/page-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7476" y="2978021"/>
            <a:ext cx="2139696" cy="1313438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742932" y="2743200"/>
            <a:ext cx="23774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27" name="Image 4" descr="/home/claude/pdf_images/cropped/page-1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7524" y="3041624"/>
            <a:ext cx="2048256" cy="118623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8640" y="4709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SQL query result grids (rounded average, maximum/minimum spend, gender totals, active-status totals)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Performance Dashboard  |  Source: provided report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Segment-wise customer counts and revenue contribution, as queried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262872" y="384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12064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7" name="Image 0" descr="/home/claude/pdf_images/cropped/page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420412"/>
            <a:ext cx="4791456" cy="24743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35040" y="1280160"/>
            <a:ext cx="557784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9" name="Image 1" descr="/home/claude/pdf_images/cropped/page-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830188"/>
            <a:ext cx="5248656" cy="36548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Performance Dashboard  |  Source: provided report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Distribution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counts and revenue by state, plus per-customer state markers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262872" y="384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657600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7" name="Image 0" descr="/home/claude/pdf_images/cropped/pag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61384"/>
            <a:ext cx="3328416" cy="19350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4069080"/>
            <a:ext cx="36576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9" name="Image 1" descr="/home/claude/pdf_images/cropped/page-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500" y="4233672"/>
            <a:ext cx="2103881" cy="163677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89120" y="1280160"/>
            <a:ext cx="722376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11" name="Image 2" descr="/home/claude/pdf_images/cropped/page-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1557580"/>
            <a:ext cx="6894576" cy="420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Performance Dashboard  |  Source: provided report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Activity &amp; Gender Mix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vs inactive split, gender distribution, and average spend by gender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262872" y="384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12064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7" name="Image 0" descr="/home/claude/pdf_images/cropped/page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09709"/>
            <a:ext cx="4791456" cy="409578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0" y="1280160"/>
            <a:ext cx="56692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9" name="Image 1" descr="/home/claude/pdf_images/cropped/page-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8817" y="1444752"/>
            <a:ext cx="3038847" cy="186537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943600" y="3657600"/>
            <a:ext cx="56692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11" name="Image 2" descr="/home/claude/pdf_images/cropped/page-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3955084"/>
            <a:ext cx="5340096" cy="1782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Performance Dashboard  |  Source: provided report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Customers by Spending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Highest-value customers, ranked by total spend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262872" y="384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94944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7" name="Image 0" descr="/home/claude/pdf_images/cropped/page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180806"/>
            <a:ext cx="6620256" cy="29535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72400" y="1280160"/>
            <a:ext cx="3840480" cy="47548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9" name="Image 1" descr="/home/claude/pdf_images/cropped/page-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2553018"/>
            <a:ext cx="3511296" cy="22091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Performance Dashboard  |  Source: provided report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Spending Distribution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of total spend across the customer base, with min/max reference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262872" y="384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786384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7" name="Image 0" descr="/home/claude/pdf_images/cropped/page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534" y="1444752"/>
            <a:ext cx="6780051" cy="44256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86800" y="1280160"/>
            <a:ext cx="292608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8915400" y="1481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SPENT</a:t>
            </a:r>
            <a:endParaRPr lang="en-US" sz="1050" dirty="0"/>
          </a:p>
        </p:txBody>
      </p:sp>
      <p:pic>
        <p:nvPicPr>
          <p:cNvPr id="10" name="Image 1" descr="/home/claude/pdf_images/cropped/page-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8552" y="2081247"/>
            <a:ext cx="2322576" cy="104958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686800" y="3749040"/>
            <a:ext cx="2926080" cy="2286000"/>
          </a:xfrm>
          <a:prstGeom prst="roundRect">
            <a:avLst>
              <a:gd name="adj" fmla="val 3200"/>
            </a:avLst>
          </a:prstGeom>
          <a:solidFill>
            <a:srgbClr val="F6F8FD"/>
          </a:solidFill>
          <a:ln/>
        </p:spPr>
      </p:sp>
      <p:sp>
        <p:nvSpPr>
          <p:cNvPr id="12" name="Text 8"/>
          <p:cNvSpPr/>
          <p:nvPr/>
        </p:nvSpPr>
        <p:spPr>
          <a:xfrm>
            <a:off x="8915400" y="3950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SPENT</a:t>
            </a:r>
            <a:endParaRPr lang="en-US" sz="1050" dirty="0"/>
          </a:p>
        </p:txBody>
      </p:sp>
      <p:pic>
        <p:nvPicPr>
          <p:cNvPr id="13" name="Image 2" descr="/home/claude/pdf_images/cropped/page-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6815" y="4416552"/>
            <a:ext cx="2006050" cy="13167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Performance Dashboard  |  Source: provided report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Microsoft Office PowerPoint</Application>
  <PresentationFormat>Widescreen</PresentationFormat>
  <Paragraphs>53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Analytics Dashboard</dc:title>
  <dc:subject>PptxGenJS Presentation</dc:subject>
  <dc:creator>Customer Analytics</dc:creator>
  <cp:lastModifiedBy>Sharmila devi N M</cp:lastModifiedBy>
  <cp:revision>1</cp:revision>
  <dcterms:created xsi:type="dcterms:W3CDTF">2026-06-17T09:42:15Z</dcterms:created>
  <dcterms:modified xsi:type="dcterms:W3CDTF">2026-06-19T07:46:45Z</dcterms:modified>
</cp:coreProperties>
</file>